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2fcfc6ea664096" /><Relationship Type="http://schemas.openxmlformats.org/officeDocument/2006/relationships/extended-properties" Target="/docProps/app.xml" Id="Rb7d58938c13d4bb6" /><Relationship Type="http://schemas.openxmlformats.org/officeDocument/2006/relationships/officeDocument" Target="/ppt/presentation.xml" Id="R2353958d25e448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a456e5616642d8"/>
  </p:sldMasterIdLst>
  <p:notesMasterIdLst>
    <p:notesMasterId xmlns:r="http://schemas.openxmlformats.org/officeDocument/2006/relationships" r:id="R0b6ba6dff08e405b"/>
  </p:notesMasterIdLst>
  <p:sldIdLst>
    <p:sldId xmlns:r="http://schemas.openxmlformats.org/officeDocument/2006/relationships" id="256" r:id="R3dd511ea55a7456d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0e472b934b4f10" /><Relationship Type="http://schemas.openxmlformats.org/officeDocument/2006/relationships/slideMaster" Target="/ppt/slideMasters/slideMaster1.xml" Id="R68a456e5616642d8" /><Relationship Type="http://schemas.openxmlformats.org/officeDocument/2006/relationships/notesMaster" Target="/ppt/notesMasters/notesMaster1.xml" Id="R0b6ba6dff08e405b" /><Relationship Type="http://schemas.openxmlformats.org/officeDocument/2006/relationships/presProps" Target="/ppt/presProps.xml" Id="Re408a13ca3c64e41" /><Relationship Type="http://schemas.openxmlformats.org/officeDocument/2006/relationships/tableStyles" Target="/ppt/tableStyles.xml" Id="R2954e7c71fc44a0a" /><Relationship Type="http://schemas.openxmlformats.org/officeDocument/2006/relationships/slide" Target="/ppt/slides/slide1.xml" Id="R3dd511ea55a745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c3f3d8dd8c45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889c49095a48e7" /><Relationship Type="http://schemas.openxmlformats.org/officeDocument/2006/relationships/notesMaster" Target="/ppt/notesMasters/notesMaster1.xml" Id="Rcf7f0022bdfc4d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Aula09_Requisitos_Pincel_Pprotótipo_Final.pptx, slide 13, e Aula06_Requisitos_Questionário_Observação - Bizage.pptx, slide 27. Ilustração acadêmica gerada por IA, baseada no enunciado, sem representação de uma visita real. Cenas 1 a 7: processo atual com manobrista. Cena 8: proposta futura de mapa de vagas. Todos os dados de tela são fictícios. A indisponibilidade de vagas deve ser tratada como exceção a validar.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99f724557242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e15c8a359f4d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d735bc743f43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ff89c3e8a147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6cecd7aee46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17551a87f34c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64B873-B6F1-40B3-8DD9-59042D9C67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386032"/>
            <a:ext cx="12740640" cy="1294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DEB712A-31CE-4A5C-84FD-D6E559B146C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88870" y="4929664"/>
            <a:ext cx="11148060" cy="995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46E6BBA-BE86-481F-94CC-DCC0F838BF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734594"/>
            <a:ext cx="12740640" cy="1493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36BDA9-BD60-425E-AD3C-22EE0DB51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2913F8-93D8-4012-BC29-2476E94B8F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14134147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9675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9489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9304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9118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933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68747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8562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8376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886DDB5-E88E-4579-812B-8C2BD336A2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76D2C0-FB9F-4549-8673-7D392D755B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9675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9489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9304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9118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933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68747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8562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8376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B37FF32-EFC6-4AAD-B553-347BECA61B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60581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9675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9489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9304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9118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933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68747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8562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8376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168408-E60F-4CC4-85B6-C0A87403AB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33532E-6A4B-479C-AD52-DE908F61DF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9675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9489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9304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9118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933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68747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8562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8376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516e2400594446" /><Relationship Type="http://schemas.openxmlformats.org/officeDocument/2006/relationships/slideLayout" Target="/ppt/slideLayouts/slideLayout1.xml" Id="R9bf6b201682a4daa" /><Relationship Type="http://schemas.openxmlformats.org/officeDocument/2006/relationships/slideLayout" Target="/ppt/slideLayouts/slideLayout2.xml" Id="Ra3611e327c5d47c7" /><Relationship Type="http://schemas.openxmlformats.org/officeDocument/2006/relationships/slideLayout" Target="/ppt/slideLayouts/slideLayout3.xml" Id="Rf9c5e2c1740b4ebf" /><Relationship Type="http://schemas.openxmlformats.org/officeDocument/2006/relationships/slideLayout" Target="/ppt/slideLayouts/slideLayout4.xml" Id="R47b7ff05d9514028" /><Relationship Type="http://schemas.openxmlformats.org/officeDocument/2006/relationships/slideLayout" Target="/ppt/slideLayouts/slideLayout5.xml" Id="R79678665362e417c" /><Relationship Type="http://schemas.openxmlformats.org/officeDocument/2006/relationships/slideLayout" Target="/ppt/slideLayouts/slideLayout6.xml" Id="Ra7942cbd578c47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f6b201682a4daa"/>
    <p:sldLayoutId xmlns:r="http://schemas.openxmlformats.org/officeDocument/2006/relationships" id="2147483650" r:id="Ra3611e327c5d47c7"/>
    <p:sldLayoutId xmlns:r="http://schemas.openxmlformats.org/officeDocument/2006/relationships" id="2147483651" r:id="Rf9c5e2c1740b4ebf"/>
    <p:sldLayoutId xmlns:r="http://schemas.openxmlformats.org/officeDocument/2006/relationships" id="2147483652" r:id="R47b7ff05d9514028"/>
    <p:sldLayoutId xmlns:r="http://schemas.openxmlformats.org/officeDocument/2006/relationships" id="2147483653" r:id="R79678665362e417c"/>
    <p:sldLayoutId xmlns:r="http://schemas.openxmlformats.org/officeDocument/2006/relationships" id="2147483654" r:id="Ra7942cbd578c47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71e1a3afb44ecf" /><Relationship Type="http://schemas.openxmlformats.org/officeDocument/2006/relationships/image" Target="/ppt/media/image.png" Id="R06bb089a865043fb" /><Relationship Type="http://schemas.openxmlformats.org/officeDocument/2006/relationships/notesSlide" Target="/ppt/notesSlides/notesSlide1.xml" Id="R1dc927900ad4476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680EA-05B2-4EE9-9E6D-D6FD2D833A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b089a865043fb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180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2026-10-29T19:44:22.1520000Z</dcterms:created>
  <dcterms:modified xsi:type="dcterms:W3CDTF">2026-10-29T19:44:22.1520000Z</dcterms:modified>
</coreProperties>
</file>